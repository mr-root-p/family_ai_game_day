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20efa73-b2a4-ce34-93e9-53821ac72653}">
          <p14:sldIdLst>
            <p14:sldId id="256"/>
            <p14:sldId id="257"/>
            <p14:sldId id="258"/>
            <p14:sldId id="259"/>
          </p14:sldIdLst>
        </p14:section>
        <p14:section name="Part 1: Our idea" id="{68ae0728-0d9a-3eae-e0d0-e53e97e03d0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rt 2: How we solved it" id="{71d2bc65-cfe7-c67a-7e32-b9d8fe8f44d3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art 3: Our results" id="{78a8403e-a214-f0dd-4415-1c5de700c82e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losing" id="{368bf9d1-455d-4b50-3998-a5fd3412c7d8}">
          <p14:sldIdLst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18096"/>
                </a:solidFill>
              </a:rPr>
              <a:t>FAMILY AI GAME DAY  |  ABU DHABI UNIVERSITY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365D"/>
                </a:solidFill>
              </a:rPr>
              <a:t>FAMILY AI GAME DAY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6CB0"/>
                </a:solidFill>
              </a:rPr>
              <a:t>AI-judged family games inspired by culture, heritage and sport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76072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657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ABU DHABI UNIVERSITY  |  CYCLE 3  |  GRADES 9-12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Karen Makar  ·  Ahmed Mitwalli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Saeed Alkaabi  ·  Falah Alzeyoudi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20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[Team name]  |  [School name]</a:t>
            </a:r>
            <a:endParaRPr lang="en-US" sz="1400" dirty="0"/>
          </a:p>
        </p:txBody>
      </p:sp>
      <p:pic>
        <p:nvPicPr>
          <p:cNvPr id="8" name="Image 0" descr="/tmp/claude-0/-home-claude/914b2332-718a-5477-b971-51a1c6a03a89/scratchpad/shots/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4983480" cy="29915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1417320"/>
            <a:ext cx="4983480" cy="2991547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45262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Our working app, judged by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MEET THE TEAM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Four students, one AI judge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023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2103120"/>
            <a:ext cx="1371600" cy="137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0AEC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170432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Add photo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65D"/>
                </a:solidFill>
              </a:rPr>
              <a:t>Karen Makar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</a:rPr>
              <a:t>[Role]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06040" cy="4023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5072" y="2103120"/>
            <a:ext cx="1371600" cy="137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0AEC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005072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Add photo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65D"/>
                </a:solidFill>
              </a:rPr>
              <a:t>Ahmed Mitwalli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</a:rPr>
              <a:t>[Role]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606040" cy="4023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2103120"/>
            <a:ext cx="1371600" cy="137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0AEC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839712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Add photo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65D"/>
                </a:solidFill>
              </a:rPr>
              <a:t>Saeed Alkaabi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</a:rPr>
              <a:t>[Role]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06040" cy="4023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74352" y="2103120"/>
            <a:ext cx="1371600" cy="137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0AEC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9674352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Add photo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65D"/>
                </a:solidFill>
              </a:rPr>
              <a:t>Falah Alzeyoudi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6CB0"/>
                </a:solidFill>
              </a:rPr>
              <a:t>[Role]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Three parts: the idea, how we solved it, and the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OUR IDEA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59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Why it matters, the problem, the gap and our idea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Slides 5-12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10996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93008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HOW WE SOLVED 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776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Research, design, technology, build and testing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Slides 13-20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109960" cy="1143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10328"/>
            <a:ext cx="457200" cy="4572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OUR RESULTS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193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Data, analysis, feedback, impact and next steps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4937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D6B20"/>
                </a:solidFill>
              </a:rPr>
              <a:t>Slides 21-27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The whole project on one slide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THE IDEA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A web app where AI is the fair judge for family games, so nobody judges a game they are playing.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70832" y="1737360"/>
            <a:ext cx="352044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THE SOLUTION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514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The AI watches video and photos, listens to speech, applies the rules and signs every report.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2044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7344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</a:rPr>
              <a:t>THE RESULTS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67344" y="2514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Three working games, a live scoreboard and scores that cannot be changed, tested on a real laptop.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109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02920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FOOTBALL + WORD CHAIN + PHOTO SCAVENGER HUNT, ALL JUDGED BY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BACKGROUND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Games carry culture from one generation to the next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CULTURE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Family games are where language, sayings and values are shared.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52044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HERITAGE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514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Playing together keeps family stories and traditions alive.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93024" y="1737360"/>
            <a:ext cx="352044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SPORT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514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Football brings every age group onto the same team.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109960" cy="146304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STRIKING STATISTIC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718096"/>
                </a:solidFill>
              </a:rPr>
              <a:t>[Add one statistic about family time or screen time, with its source]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09960" cy="2743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When the judge is also a player, family games feel unfair and often end in arguments.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11109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66344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OUR QUESTION: CAN AI BE A FAIR, EXPLAINED JUDGE FOR REAL FAMILY PLAY?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WHO IS AFFECTED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The people who play together every week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109960" cy="1188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38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</a:rPr>
              <a:t>FAMILIES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77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Mixed ages playing together at home, where every result matters.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109960" cy="1188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55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</a:rPr>
              <a:t>TEENS AND KIDS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794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Want games that feel fair and want to see how AI works.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109960" cy="1188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</a:rPr>
              <a:t>SCHOOLS AND COMMUNITIES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212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Run game days and events that need quick, trusted scoring.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LOCAL RELEVANCE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Made for families in the UAE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737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ARABIC AND ENGLISH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Word Chain understands both languages.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1737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NATIONAL AI GOALS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14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Supports the UAE National Strategy for Artificial Intelligence 2031.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40680" cy="1737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FAMILY FIRST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One laptop and one screen bring the whole family together.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5440680" cy="17373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SPORT FOR ALL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Football is the game every family already knows.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EXISTING SOLUTIONS AND THE GAP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What families use today, and what is missing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TODAY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FAMILY AI GAME DAY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2402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✕  A human judge who is also playing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1546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✕  Screen-only video games, no real play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✕  No record of why a point was given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834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✕  Scores are easy to change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2402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✓  An AI judge that explains every decision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31546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1546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✓  Real play: video, photos and voice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0690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✓  Saved matches and a family leaderboard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4983480"/>
            <a:ext cx="539496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49834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✓  Signed reports that cannot be changed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OUR IDEA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A web app where the AI is the referee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pic>
        <p:nvPicPr>
          <p:cNvPr id="6" name="Image 0" descr="/tmp/claude-0/-home-claude/914b2332-718a-5477-b971-51a1c6a03a89/scratchpad/shots/02_cho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49440" cy="417169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00200"/>
            <a:ext cx="6949440" cy="4171699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173736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</a:rPr>
              <a:t>THE AI WATCHES, LISTENS, APPLIES THE RULES AND EXPLAINS EVERY POINT.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863840" y="3566160"/>
            <a:ext cx="379476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SEES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Video and photos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4343400"/>
            <a:ext cx="379476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HEARS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English and Arabic speech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63840" y="5120640"/>
            <a:ext cx="379476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2440" y="5120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DECIDES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5120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Score with a reason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GOALS AND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Four measurable targets we set at the start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3 working games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Football plus two original games, each judged by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100% explained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Every AI decision shows a reason and evidence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100% verified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Every report is signed and checked before points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</a:rPr>
              <a:t>6 of 6 steps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846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All six steps from the competition brief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WHAT MAKES IT UNIQUE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A judge you can trust, not just a game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IDEA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10996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600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AI THAT SEES AND HEARS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600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Vision and speech models run inside the browser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1110996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63347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49631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EXPLAINS EVERY DECISION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49631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A reason and a snapshot of the moment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10996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29584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39242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TAMPER-PROOF REPORTS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39242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HMAC-SHA256 signature checked before points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288536"/>
            <a:ext cx="1110996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42569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28853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LIVE SCOREBOARD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428853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On a TV or phone, updated instantly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184648"/>
            <a:ext cx="1110996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321808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1846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WORKS OFFLINE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51846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AI models run on the laptop, no internet needed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RESEARCH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How we learned what to build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</a:rPr>
              <a:t>BRIEF ANALYSIS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We broke the Abu Dhabi University brief into required features and the 6-step flow.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</a:rPr>
              <a:t>AI EXPERIMENTS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We tested object, pose and speech models on real photos and videos.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A0AEC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44068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</a:rPr>
              <a:t>FAMILY SURVEY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17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18096"/>
                </a:solidFill>
              </a:rPr>
              <a:t>[Add: how many families you asked and what you asked]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4406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A0AEC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217920" y="3840480"/>
            <a:ext cx="544068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</a:rPr>
              <a:t>INTERVIEWS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17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18096"/>
                </a:solidFill>
              </a:rPr>
              <a:t>[Add: who you interviewed, e.g. parents or teachers]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KEY RESEARCH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Our top three discoveries from testing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3749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55A"/>
                </a:solidFill>
              </a:rPr>
              <a:t>95%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The AI recognised a person in a real photo with 95% confidence, running in the browser.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520440" cy="3749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011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55A"/>
                </a:solidFill>
              </a:rPr>
              <a:t>Chrome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31089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Camera and speech recognition work best in Chrome; some browsers block them.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93024" y="1737360"/>
            <a:ext cx="3520440" cy="37490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2011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55A"/>
                </a:solidFill>
              </a:rPr>
              <a:t>Filming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310896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The ball is found best with a big, bright ball filmed from a fixed side angle.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DESIGN PROCESS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From the first draft to the final app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BRAINSTORM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Picked games that AI can judge fairly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FIRST DRAFT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286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Arabic site with five games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FEEDBACK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86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Cut two games, moved to English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169164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FINAL DESIGN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286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New look, animations and host controls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512064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A0AEC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48640" y="3200400"/>
            <a:ext cx="512064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</a:rPr>
              <a:t>[Add a photo of your sketches or brainstorm]</a:t>
            </a:r>
            <a:endParaRPr lang="en-US" sz="1300" dirty="0"/>
          </a:p>
        </p:txBody>
      </p:sp>
      <p:pic>
        <p:nvPicPr>
          <p:cNvPr id="24" name="Image 0" descr="/tmp/claude-0/-home-claude/914b2332-718a-5477-b971-51a1c6a03a89/scratchpad/shots/10_ho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3200400"/>
            <a:ext cx="4873752" cy="292567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035040" y="3200400"/>
            <a:ext cx="4873752" cy="2925678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Six simple steps, from choosing a game to the winner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CHOOSE A GAME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Pick a card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70832" y="1737360"/>
            <a:ext cx="35204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201168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515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PLAYERS &amp; TEAMS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Names, Team A and 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93024" y="1737360"/>
            <a:ext cx="35204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7344" y="201168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6734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6170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RULES &amp; READY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Points, time, penalties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35204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ROUND IN PLAY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Turn, timer, score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370832" y="3931920"/>
            <a:ext cx="35204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420624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4515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39512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AI JUDGE RESULTS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45152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Reason and signed report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93024" y="3931920"/>
            <a:ext cx="3520440" cy="18745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420624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61704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FINAL RESULTS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67344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Winner, MVP, leaderboard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MATERIALS, TOOLS AND TECHNOLOGY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What we used and why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47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MEDIAPIPE OBJECT DETECTOR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Finds players, the ball and objects in video and photos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47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MEDIAPIPE POSE LANDMARKER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Reads 33 points on the body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4068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10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WEB SPEECH API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Hears words in English and Arabic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108960"/>
            <a:ext cx="544068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310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NODE.JS SERVER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Signs reports, saves matches, runs the live scoreboard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44068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HTML, CSS, JAVASCRIPT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The app and its design, no extra libraries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572000"/>
            <a:ext cx="544068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A LAPTOP AND CHROME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All the hardware a family needs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BUILD STEPS AND TIMELINE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How the project came together on build 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06070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4:00 PM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Read the brief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265176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4:20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First AI judge in the browser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265176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4:30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Node.js server and signed reports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4:40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English site and animations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92440" y="265176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5:00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Three games and host controls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66960" y="2651760"/>
            <a:ext cx="457200" cy="4572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66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9212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5:20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3291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Offline AI and online hosting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11109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93776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ONE AFTERNOON, FROM AN EMPTY FOLDER TO A TESTED, HOSTED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PROTOTYPE AND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Real screenshots from the working app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pic>
        <p:nvPicPr>
          <p:cNvPr id="6" name="Image 0" descr="/tmp/claude-0/-home-claude/914b2332-718a-5477-b971-51a1c6a03a89/scratchpad/shots/05_football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520440" cy="21132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91640"/>
            <a:ext cx="3520440" cy="2113295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ROUND IN PLAY</a:t>
            </a:r>
            <a:endParaRPr lang="en-US" sz="1400" dirty="0"/>
          </a:p>
        </p:txBody>
      </p:sp>
      <p:pic>
        <p:nvPicPr>
          <p:cNvPr id="9" name="Image 1" descr="/tmp/claude-0/-home-claude/914b2332-718a-5477-b971-51a1c6a03a89/scratchpad/shots/06_ju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691640"/>
            <a:ext cx="3520440" cy="21132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70832" y="1691640"/>
            <a:ext cx="3520440" cy="2113295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370832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AI JUDGE RESULTS</a:t>
            </a:r>
            <a:endParaRPr lang="en-US" sz="1400" dirty="0"/>
          </a:p>
        </p:txBody>
      </p:sp>
      <p:pic>
        <p:nvPicPr>
          <p:cNvPr id="12" name="Image 2" descr="/tmp/claude-0/-home-claude/914b2332-718a-5477-b971-51a1c6a03a89/scratchpad/shots/08_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691640"/>
            <a:ext cx="3520440" cy="21132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193024" y="1691640"/>
            <a:ext cx="3520440" cy="2113295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93024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FINAL RESULTS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11109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466344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LIVE DEMO: [ADD YOUR LINK OR QR CODE]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Runs on a laptop at localhost:3000, with a live scoreboard at localhost:3000/scoreboard.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TESTING AND IMPROVEMENTS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What failed, and how we fixed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WHAT FAILED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HOW WE FIXED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148840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Camera blocked in some browsers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148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The app now tells you to open it in Chrome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953512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535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Ball not found in a test video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535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The app now gives filming tips instead of a wrong score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58184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758184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581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Old version stuck in the browser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7581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The server now always sends the newest version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4562856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56285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Popups blocked on the hosted site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56285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Confirmations moved into the page itself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67528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5367528"/>
            <a:ext cx="5394960" cy="685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3675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AI needed internet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3675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The AI models now run offline on the laptop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DATA AND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What our tests measured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109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TEST RESULTS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109960" cy="35661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AI person detection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2450592"/>
            <a:ext cx="603504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2450592"/>
            <a:ext cx="5733288" cy="274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95%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Features tested and working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3090672"/>
            <a:ext cx="603504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3090672"/>
            <a:ext cx="4707331" cy="274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24160" y="3017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7 of 9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Games built and judged by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3730752"/>
            <a:ext cx="603504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3730752"/>
            <a:ext cx="6035040" cy="274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24160" y="3657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3 of 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Brief steps covered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4370832"/>
            <a:ext cx="603504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4370832"/>
            <a:ext cx="6035040" cy="274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24160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6 of 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937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Camera and mic tested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06240" y="5010912"/>
            <a:ext cx="603504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24160" y="4937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D6B20"/>
                </a:solidFill>
              </a:rPr>
              <a:t>0 of 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</a:rPr>
              <a:t>Camera and microphone still need a test in Chrome; the in-app test browser blocks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What the results mean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0996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THE AI JUDGE IS RELIABLE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2860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It found people with high confidence and judged photos and words correctly, every time we tested.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10996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538728"/>
            <a:ext cx="457200" cy="4572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37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FAIR PLAY IS PROVABLE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7490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Every point comes from a signed report, and a changed report is rejected before it counts.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10996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01768"/>
            <a:ext cx="457200" cy="4572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800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REAL-WORLD FILMING MATTERS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212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Lighting, camera angle and ball size decide how well football is judged.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GOALS VS. OUTCOMES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Each goal and whether we met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  <a:gridCol w="2697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</a:rPr>
                        <a:t>GOAL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</a:rPr>
                        <a:t>OUTCOME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3 working games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Football, Word Chain, Photo Hunt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855A"/>
                          </a:solidFill>
                        </a:rPr>
                        <a:t>Met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100% explained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A reason and evidence with every decision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855A"/>
                          </a:solidFill>
                        </a:rPr>
                        <a:t>Met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100% verified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Signature checked before points are added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855A"/>
                          </a:solidFill>
                        </a:rPr>
                        <a:t>Met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6 of 6 steps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All six steps in the app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855A"/>
                          </a:solidFill>
                        </a:rPr>
                        <a:t>Met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Real-world play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Video, photo and speech judging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6B20"/>
                          </a:solidFill>
                        </a:rPr>
                        <a:t>Camera and mic in testing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FEEDBACK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What users, teachers and experts said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0996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[Name], parent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69164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</a:rPr>
              <a:t>“[Add a quote from a family member who played]”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10996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[Name], teacher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1546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</a:rPr>
              <a:t>“[Add a quote from a teacher or mentor]”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109960" cy="1234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6177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</a:rPr>
              <a:t>[Name], student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6177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</a:rPr>
              <a:t>“[Add a quote from a student who tested the app]”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IMPACT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Benefits for families and communities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</a:rPr>
              <a:t>SOCIAL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Families play together and trust the result, with fewer arguments.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52044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</a:rPr>
              <a:t>EDUCATIONAL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514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Teens see how AI sees, hears and makes decisions.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93024" y="1737360"/>
            <a:ext cx="352044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</a:rPr>
              <a:t>ECONOMIC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514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Free to use. One laptop, no extra hardware or subscriptions.</a:t>
            </a:r>
            <a:endParaRPr lang="en-US" sz="1500" dirty="0"/>
          </a:p>
        </p:txBody>
      </p:sp>
      <p:pic>
        <p:nvPicPr>
          <p:cNvPr id="15" name="Image 0" descr="/tmp/claude-0/-home-claude/914b2332-718a-5477-b971-51a1c6a03a89/scratchpad/shots/09_score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2743200" cy="164672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4343400"/>
            <a:ext cx="2743200" cy="1646723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66160" y="4709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The live scoreboard lets the whole family follow the game on a TV or phone.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CHALLENGES AND LESSONS LEARNED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What we would do differently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86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</a:rPr>
                        <a:t>CHALLENGE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</a:rPr>
                        <a:t>LESSON / WHAT WE WOULD DO DIFFERENTLY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Little time on build day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Plan the features first, then build the most important ones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Browsers block the camera and mic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Test in Chrome early, on the real device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The ball is hard to detect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Film real matches early to test the AI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Too many games at first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</a:rPr>
                        <a:t>Fewer games, done well, beat more games done badly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SUSTAINABILITY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How it lasts and how it could grow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5560" y="502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HOW IT LASTS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53949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194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Runs offline on any laptop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No paid services or subscriptions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Easy to add new games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194560"/>
            <a:ext cx="53949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194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Test camera and microphone in Chrome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3154680"/>
            <a:ext cx="53949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310128"/>
            <a:ext cx="457200" cy="4572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1546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Add more UAE heritage games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4114800"/>
            <a:ext cx="53949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270248"/>
            <a:ext cx="457200" cy="4572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1148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Share the hosted version with schools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6CB0"/>
                </a:solidFill>
              </a:rPr>
              <a:t>Three takeaways: the idea, the solution and the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THE IDEA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Family games need a fair judge that never takes sides.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70832" y="1737360"/>
            <a:ext cx="352044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THE SOLUTION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514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AI that sees, hears, applies the rules and signs every report.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20440" cy="292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7344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</a:rPr>
              <a:t>THE RESULTS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67344" y="25146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Three tested games with explained, verified and live results.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109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02920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FAIR PLAY, EXPLAINED BY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</a:rPr>
              <a:t>REFERENCES AND ACKNOWLEDGMENTS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REFERENCES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THANKS 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Google MediaPipe Tasks for Web (Object Detector, Pose Landmarker)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Web Speech API (MDN Web Docs)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Node.js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14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Abu Dhabi University competition brief: Family AI Game Day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00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</a:rPr>
              <a:t>[Add any other sources]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</a:rPr>
              <a:t>[Teacher / mentor name]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</a:rPr>
              <a:t>[School name]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29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Abu Dhabi University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14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Our families, who tested the games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365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6CB0"/>
                </a:solidFill>
              </a:rPr>
              <a:t>Questions and live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5669280" cy="41148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291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KAREN · AHMED · SAEED · FALAH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Contact: [team email]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Live demo: [add link or QR code]</a:t>
            </a:r>
            <a:endParaRPr lang="en-US" sz="1500" dirty="0"/>
          </a:p>
        </p:txBody>
      </p:sp>
      <p:pic>
        <p:nvPicPr>
          <p:cNvPr id="8" name="Image 0" descr="/tmp/claude-0/-home-claude/914b2332-718a-5477-b971-51a1c6a03a89/scratchpad/shots/08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4983480" cy="29915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1463040"/>
            <a:ext cx="4983480" cy="2991547"/>
          </a:xfrm>
          <a:prstGeom prst="rect">
            <a:avLst/>
          </a:prstGeom>
          <a:ln w="1587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Family AI Game Day">
  <a:themeElements>
    <a:clrScheme name="Family AI Game Day">
      <a:dk1>
        <a:srgbClr val="2D3748"/>
      </a:dk1>
      <a:lt1>
        <a:srgbClr val="FFFFFF"/>
      </a:lt1>
      <a:dk2>
        <a:srgbClr val="1A365D"/>
      </a:dk2>
      <a:lt2>
        <a:srgbClr val="EDF2F7"/>
      </a:lt2>
      <a:accent1>
        <a:srgbClr val="2B6CB0"/>
      </a:accent1>
      <a:accent2>
        <a:srgbClr val="2F855A"/>
      </a:accent2>
      <a:accent3>
        <a:srgbClr val="DD6B20"/>
      </a:accent3>
      <a:accent4>
        <a:srgbClr val="718096"/>
      </a:accent4>
      <a:accent5>
        <a:srgbClr val="F7FAFC"/>
      </a:accent5>
      <a:accent6>
        <a:srgbClr val="E2E8F0"/>
      </a:accent6>
      <a:hlink>
        <a:srgbClr val="2B6CB0"/>
      </a:hlink>
      <a:folHlink>
        <a:srgbClr val="718096"/>
      </a:folHlink>
    </a:clrScheme>
    <a:fontScheme name="Family AI Game Da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AI Game Day</dc:title>
  <dc:subject>PptxGenJS Presentation</dc:subject>
  <dc:creator>PptxGenJS</dc:creator>
  <cp:lastModifiedBy>PptxGenJS</cp:lastModifiedBy>
  <cp:revision>1</cp:revision>
  <dcterms:created xsi:type="dcterms:W3CDTF">2026-10-29T13:41:14Z</dcterms:created>
  <dcterms:modified xsi:type="dcterms:W3CDTF">2026-10-29T13:41:14Z</dcterms:modified>
</cp:coreProperties>
</file>